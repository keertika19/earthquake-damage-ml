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micro-F1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KNN</c:v>
                  </c:pt>
                  <c:pt idx="1">
                    <c:v>NN</c:v>
                  </c:pt>
                  <c:pt idx="2">
                    <c:v>RF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0.646</c:v>
                </c:pt>
                <c:pt idx="1">
                  <c:v>0.668</c:v>
                </c:pt>
                <c:pt idx="2">
                  <c:v>0.716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macro-F1</c:v>
                </c:pt>
              </c:strCache>
            </c:strRef>
          </c:tx>
          <c:spPr>
            <a:solidFill>
              <a:srgbClr val="E07A2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KNN</c:v>
                  </c:pt>
                  <c:pt idx="1">
                    <c:v>NN</c:v>
                  </c:pt>
                  <c:pt idx="2">
                    <c:v>RF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0.573</c:v>
                </c:pt>
                <c:pt idx="1">
                  <c:v>0.594</c:v>
                </c:pt>
                <c:pt idx="2">
                  <c:v>0.657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Earthquake Building Damage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B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2015 | KNN vs Neural Network vs Random Forest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Keertika (PES1UG24AM133)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Meruva Pallampati Shashank (PES1UG24AM160)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Machine Learning - Mini-Project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Dataset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a building's damage grade after the 2015 Nepal earthquake (1 = low, 2 = medium, 3 = near-complete destruction)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manual structural analysis is too slow after a disaster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DrivenData "Richter's Predictor", 38 structural and legal features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imbalanced: about 10% / 57% / 33%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test labels are hidden, so we hold out a stratified 20% validation set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0972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0" y="1143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260,601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buildings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22860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4747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52,121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buildings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features, keep best 20 (SelectKBest)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7, Euclidean distance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learner: no training, slow prediction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288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1 hidden layer (64 ReLU), softmax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regularisation, batch 1000, Adam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288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encoding, no scaling needed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search: trees {100, 200}, min leaf {1, 5}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CV, picked by micro-F1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scikit-learn, pandas, matplotlib; run on Google Colab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train.py: load data, stratified 80/20 split, one Pipeline per model (preprocess + classifier), evaluate, save results and models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metrics.csv, confusion matrices, NN training curve, RF feature importances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demo.py: loads a saved model and predicts on held-out buildings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GitHub repo with README (setup and run instructions)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(validation set)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4754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micro-F1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macro-F1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303520" y="914400"/>
          <a:ext cx="35661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is best but overfits (0.987 train vs 0.716 val). KNN and NN underfit. Grade 1 is hardest: RF recall only 48%.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train.py --data-dir data   (train and evaluate all models)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demo.py --model rf --n 10   (predict held-out buildings)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predicted vs actual damage grade and a correct count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and plots are saved in models/ and results/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wins: micro-F1 0.716, macro-F1 0.657 (NN 0.668, KNN 0.646)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overfits; KNN and NN underfit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favour the majority class; low-damage buildings are hardest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class weighting, depth limits, deeper network, boosted trees, DrivenData leaderboard submission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 questions?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Earthquake Damage Prediction - ML Mini-Project</dc:title>
  <dc:subject>PptxGenJS Presentation</dc:subject>
  <dc:creator>Keertika, Meruva Pallampati Shashank</dc:creator>
  <cp:lastModifiedBy>Keertika, Meruva Pallampati Shashank</cp:lastModifiedBy>
  <cp:revision>1</cp:revision>
  <dcterms:created xsi:type="dcterms:W3CDTF">2026-10-06T08:44:50Z</dcterms:created>
  <dcterms:modified xsi:type="dcterms:W3CDTF">2026-10-06T08:44:50Z</dcterms:modified>
</cp:coreProperties>
</file>